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This deck introduces our cybersecurity awareness training: the idea behind it, how it works, and what it is based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Awareness trainings exist because attackers target people, not firewalls. Recruiting is especially exposed: opening unknown files is the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guardrail of the whole concept. The attacker’s view makes the lesson memorable; the recognition-and-defence framing keeps it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flow is linear and gated: survey first, then modules, then the defence level, then the closing survey and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module follows the same rhythm, so learners always know where they are. Completing it rewards a key, a badge and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five modules cover the attacks a staffing agency realistically faces. Module 5 builds on the others and shows the whole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Gamification keeps attention and makes the training repeatable. Points and streaks also feed the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defence level turns the attacker’s view into a defender’s reflex. The closing habit is what the whole training builds toward.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pre/post design with confidence ratings lets the test phase show measurable learning, not just attendance.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pillars: real incidents that make it relevant, learning science that makes it effective, and a guardrail that keeps it responsible.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prototype is already online and playable end to end for the two test modules. The remaining modules and videos are the next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single habit the training instils. Thank the audience and invite questions or a pilot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